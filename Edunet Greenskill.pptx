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7BFA-9BD3-4DBB-5CF5-79218538A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BE34E-31A3-E29A-0218-5E1452382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D92CB-26FC-2B91-F7B8-273FC6E7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09801-27FF-5EEC-7EFA-78EBA733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D4E4A-1302-63DA-61C5-604FEC34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47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DCD0-A13E-3076-38F1-FB735AA5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5D885-2A72-DCD1-B4DC-02CFC783B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0E285-25CA-83F4-119E-7C87BBFA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66717-0541-6E40-6115-DCE97B9B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FC8C-4DBB-0236-362C-DF0C43A9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3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1F5C-B1FF-412B-1FEA-64E0EDBB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7DE7B-CAED-86E5-AFEA-CEE52A88D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0F98-0A53-648B-4002-623D7B92A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C2A7A-01BB-C82F-FC7A-228A57D9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58004-B658-5E88-D59C-1D70164E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2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8B31-5D49-171D-7742-2C41538B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B5699-C793-EFAF-680B-4E33C0552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1CF73-BB81-CC4F-6233-741A6766D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BEE38-F9CF-896C-765A-3B11C0D1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AD12F-60E1-AF27-CBCB-EA16E36D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896B7-4160-6876-505B-C6BA30AD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802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C26D-EC73-BCCE-4DC6-F93A4031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3A951-DE02-6C3B-D6F4-D2DE8564D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70077-F844-C13F-B2E3-31392C116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5FF92-D0F0-16F8-DDB8-729B49332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BBC40-3BC3-4D22-90DC-5B6F41E7F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B5361-C3BC-FA1F-A779-69181733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8F0E3C-EDE2-F698-1D5B-F42D2CA1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1A77C-B6E7-D25A-EF58-4A40EFA3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46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9EE2-666F-7BC6-B71F-CE645CC9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0A847-52CB-121C-77B5-0E4D76AD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D5695-3A75-777B-AB00-6A053A69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F26EA-14FD-5554-D5CC-D4098662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9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94096-56B1-DB9C-5B45-D6E831F5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E85C4-7C6C-EB90-B3EF-9CE7DC7A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B7BA5-27E7-98CE-E9A4-8D062C54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12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7314-12DA-25FE-8994-D5B6461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6756-FACB-8C6C-22EC-3C4E6D081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31834-F53F-B1C0-D105-35BEAEEBC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54C95-833C-205C-79F8-7AFB490D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2D499-EBDF-0352-1EE0-F935E1A7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BC8D4-BE32-E540-2EF9-89CED386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58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BE34-5A06-2447-8E06-56DC23E4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0C231-E98E-62E2-54CD-01D61F18A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3942B-0DB5-41C2-B3A7-8BA593C5E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3EA72-B457-D043-521F-AB693731A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3BAF6-0170-43C5-B217-D53E4006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4E989-FA8D-DCD9-0BE5-591FCE86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2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AB03-3B4A-933B-BADD-4389536F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6C7A6-1BA6-7FB8-E5C4-58EB18483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95FEE-1BF0-6630-F7AD-F6451348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18168-33B2-DCCC-5A8F-A3A6B574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3A46D-198A-51F5-19F5-06976282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1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0B8CB-5834-413B-89C0-3F8CEA2F8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5E63B-1A8E-3AF1-BCF0-7BBF39B10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7DB3-9B51-2C4A-AC81-126A8CCD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D84A8-A06C-3C1C-6973-A2452153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95C98-C990-A2A1-B291-03C9BCCA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03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60C3B-CAD7-65FB-671A-D6787597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4D883-5827-55D0-E0A2-318C08F22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DEB9A-A238-4F91-21AB-93B776BC4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605A5-65CC-4DB8-8C7C-286B966144DA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0F8C-AD3C-3F54-9454-1953CE4EE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C5F7C-A547-0F21-5E3F-76E66D571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FAD44-D03E-4CFD-82C8-44DD9E68E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8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D101-54D7-F1E9-A35C-28463743A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7822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052EC-B9B2-5346-6528-1367E5365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093" y="614149"/>
            <a:ext cx="11273050" cy="5827594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sz="3200" dirty="0"/>
              <a:t>NAME: PATEL PRINCEKUMAR GULABBHAI</a:t>
            </a:r>
          </a:p>
          <a:p>
            <a:pPr algn="l"/>
            <a:endParaRPr lang="en-US" sz="3200" dirty="0"/>
          </a:p>
          <a:p>
            <a:pPr algn="l"/>
            <a:r>
              <a:rPr lang="en-US" sz="3200" dirty="0"/>
              <a:t>ENROLLMENT: 230840131117</a:t>
            </a:r>
          </a:p>
          <a:p>
            <a:pPr algn="l"/>
            <a:endParaRPr lang="en-US" sz="3200" dirty="0"/>
          </a:p>
          <a:p>
            <a:pPr algn="l"/>
            <a:r>
              <a:rPr lang="en-US" sz="3200" dirty="0"/>
              <a:t>STREAM: COMPUTER SCIENCE &amp; ENGINEERING</a:t>
            </a:r>
          </a:p>
          <a:p>
            <a:pPr algn="l"/>
            <a:endParaRPr lang="en-US" sz="3200" dirty="0"/>
          </a:p>
          <a:p>
            <a:pPr algn="l"/>
            <a:r>
              <a:rPr lang="en-US" sz="3200" dirty="0"/>
              <a:t>COLLEGE: R.N.G. PATEL INSTITUTE OF TECHNOLOGY(RNGPIT)</a:t>
            </a:r>
          </a:p>
          <a:p>
            <a:pPr algn="l"/>
            <a:endParaRPr lang="en-US" sz="3200" dirty="0"/>
          </a:p>
          <a:p>
            <a:pPr algn="l"/>
            <a:r>
              <a:rPr lang="en-US" sz="3200" dirty="0"/>
              <a:t>DATE:06/07/2026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7387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311C-B82E-1121-AA6C-9241A06B8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THINGS I LERANED FROM THE LINKS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E9360-78D0-7D4C-8710-176D06235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58" y="996286"/>
            <a:ext cx="10794242" cy="54965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Sustainable Development Goals (SDGs)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17 SDGs aim to achieve sustainable development by 2030.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 favorite SDG: SDG 17 – Partnerships for the Goals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Encourages collaboration between governments, industries, and individuals.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Supports innovation and global sustainability. </a:t>
            </a:r>
          </a:p>
          <a:p>
            <a:pPr marL="0" indent="0">
              <a:buNone/>
            </a:pPr>
            <a:r>
              <a:rPr lang="en-US" b="1" dirty="0"/>
              <a:t>AI Data Center Documentary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data centers consume huge amounts of electricity and water.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growth increases energy demand and carbon emissions.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Green AI practices include: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Renewable Energy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Efficient Cooling Systems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Energy Optimization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814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5EBFDF3-C679-EF3A-63F4-65B746E9D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262672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44AD6C-A773-9A34-4AB3-ABC5F52B2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837808"/>
            <a:ext cx="5157787" cy="1563379"/>
          </a:xfrm>
        </p:spPr>
        <p:txBody>
          <a:bodyPr/>
          <a:lstStyle/>
          <a:p>
            <a:r>
              <a:rPr lang="en-US" dirty="0"/>
              <a:t>Ecological Footprint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 Personal ecological footprint 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2626D-F2EB-9CD8-7AED-5B06FB6E89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/>
        </p:blipFill>
        <p:spPr>
          <a:xfrm>
            <a:off x="362217" y="2611197"/>
            <a:ext cx="5526176" cy="2820311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EEC383-BCA2-30D0-D4BE-69B928F6B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1757"/>
            <a:ext cx="5183188" cy="1563379"/>
          </a:xfrm>
        </p:spPr>
        <p:txBody>
          <a:bodyPr/>
          <a:lstStyle/>
          <a:p>
            <a:r>
              <a:rPr lang="en-IN" dirty="0"/>
              <a:t>Carbon Footprint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/>
              <a:t>  Household emissions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/>
              <a:t>  Transportation emissions</a:t>
            </a:r>
          </a:p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8750C91-55B7-0297-DDF5-4DF4BA38F5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8015" y="2611198"/>
            <a:ext cx="5531552" cy="2812374"/>
          </a:xfrm>
        </p:spPr>
      </p:pic>
    </p:spTree>
    <p:extLst>
      <p:ext uri="{BB962C8B-B14F-4D97-AF65-F5344CB8AC3E}">
        <p14:creationId xmlns:p14="http://schemas.microsoft.com/office/powerpoint/2010/main" val="197680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CFE4-C9B8-502F-14E1-5ED1663A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440093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CFB46-2426-EB0C-7863-513EC4059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006" y="1610401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EcoTransit</a:t>
            </a:r>
            <a:r>
              <a:rPr lang="en-US" dirty="0"/>
              <a:t> CO₂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 Comparison of transport emissions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AA925C-9ABC-E981-7362-945A64537C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7401" y="2606722"/>
            <a:ext cx="5656998" cy="271451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F9BDC-BBB7-2AA1-29E4-C339E80AC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610401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e-AMRIT CO₂ Calculator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0" dirty="0"/>
              <a:t> Vehicle emission analysis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DCFBDBC-46B7-B38A-BFF0-44EA1E55347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606722"/>
            <a:ext cx="5705942" cy="2614695"/>
          </a:xfrm>
        </p:spPr>
      </p:pic>
    </p:spTree>
    <p:extLst>
      <p:ext uri="{BB962C8B-B14F-4D97-AF65-F5344CB8AC3E}">
        <p14:creationId xmlns:p14="http://schemas.microsoft.com/office/powerpoint/2010/main" val="118759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047B-2E77-C58B-E599-B0B2F210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9B965-165C-692F-C684-2F35A9FF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En-ROADS Climate Simulator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Climate policy simulation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88FD6D-99DD-7924-177C-9A2D391007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8000" y="2505076"/>
            <a:ext cx="5503916" cy="267176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D7A99-157C-9B5B-D6F8-909D0519F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NANDO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0" dirty="0"/>
              <a:t> AI-powered waste monitoring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935438-A25E-BCDA-54EC-D443E23FA86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505076"/>
            <a:ext cx="5544582" cy="2577816"/>
          </a:xfrm>
        </p:spPr>
      </p:pic>
    </p:spTree>
    <p:extLst>
      <p:ext uri="{BB962C8B-B14F-4D97-AF65-F5344CB8AC3E}">
        <p14:creationId xmlns:p14="http://schemas.microsoft.com/office/powerpoint/2010/main" val="326104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4091D9D-60CD-47CE-9B70-47CBEDE8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Green Skilling, Sustainability &amp; AI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CDE98B-D5E6-5E2B-C984-E4CBF3C51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203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Green Skilling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Develops eco-friendly knowledge and practical skills.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Creates employment in green industries.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Promotes sustainable practices.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Sustainability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Balances People, Planet, and Prosperity.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Conserves natural resources.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long-term environmental protection.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6BD86A4-FFA4-022E-6806-4F4C28F91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90689"/>
            <a:ext cx="5457967" cy="4343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AI for Sustainability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Smart waste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 agriculture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Energy optimization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Carbon emission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energy consumption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Water usage in data centers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Electronic waste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Carbon emissions from AI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91331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9333A8-3AB7-009F-86C0-98FAB078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53215" cy="808581"/>
          </a:xfrm>
        </p:spPr>
        <p:txBody>
          <a:bodyPr>
            <a:noAutofit/>
          </a:bodyPr>
          <a:lstStyle/>
          <a:p>
            <a:r>
              <a:rPr lang="en-US" sz="3200" b="1" dirty="0"/>
              <a:t>CAPSTONE PROJECT - </a:t>
            </a:r>
            <a:r>
              <a:rPr lang="en-IN" sz="3200" b="1" dirty="0"/>
              <a:t>AI Campus Sustainability Dashboard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67651-3036-94FB-962E-95A761379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1414"/>
            <a:ext cx="10515600" cy="5496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</a:p>
          <a:p>
            <a:r>
              <a:rPr lang="en-IN" sz="2400" dirty="0"/>
              <a:t>Educational institutions often lack a centralized system to monitor electricity usage, water consumption, waste generation, and sustainability performance.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Proposed Solution</a:t>
            </a:r>
          </a:p>
          <a:p>
            <a:r>
              <a:rPr lang="en-IN" sz="2400" dirty="0"/>
              <a:t>Develop a dashboard that tracks campus sustainability metrics and provides AI-driven recommendations for improvement.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AI Component</a:t>
            </a:r>
          </a:p>
          <a:p>
            <a:r>
              <a:rPr lang="en-IN" sz="2400" dirty="0"/>
              <a:t>Predictive analytics and anomaly detection.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Related SDGs: </a:t>
            </a:r>
            <a:r>
              <a:rPr lang="en-IN" sz="2400" dirty="0"/>
              <a:t>11, 12, 13, 17</a:t>
            </a:r>
          </a:p>
        </p:txBody>
      </p:sp>
    </p:spTree>
    <p:extLst>
      <p:ext uri="{BB962C8B-B14F-4D97-AF65-F5344CB8AC3E}">
        <p14:creationId xmlns:p14="http://schemas.microsoft.com/office/powerpoint/2010/main" val="363953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 </vt:lpstr>
      <vt:lpstr>THINGS I LERANED FROM THE LINKS</vt:lpstr>
      <vt:lpstr> </vt:lpstr>
      <vt:lpstr> </vt:lpstr>
      <vt:lpstr> </vt:lpstr>
      <vt:lpstr>Green Skilling, Sustainability &amp; AI</vt:lpstr>
      <vt:lpstr>CAPSTONE PROJECT - AI Campus Sustainability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Patel</dc:creator>
  <cp:lastModifiedBy>Prince Patel</cp:lastModifiedBy>
  <cp:revision>1</cp:revision>
  <dcterms:created xsi:type="dcterms:W3CDTF">2026-07-06T11:30:20Z</dcterms:created>
  <dcterms:modified xsi:type="dcterms:W3CDTF">2026-07-06T11:30:25Z</dcterms:modified>
</cp:coreProperties>
</file>